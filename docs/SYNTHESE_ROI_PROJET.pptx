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🚀 OVH Customer Feedbacks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64BA2"/>
                </a:solidFill>
              </a:defRPr>
            </a:pPr>
            <a:r>
              <a:t>Synthèse ROI - Développement avec VibeCoding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Projet développé par un Ingénieur Généraliste</a:t>
            </a:r>
          </a:p>
          <a:p/>
          <a:p>
            <a:r>
              <a:t>52 388 lignes</a:t>
            </a:r>
          </a:p>
          <a:p>
            <a:r>
              <a:t>en 3-4 semaines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90-93%</a:t>
            </a:r>
          </a:p>
          <a:p>
            <a:r>
              <a:t>Gain vs Dev Junior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39" y="29260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75-85%</a:t>
            </a:r>
          </a:p>
          <a:p>
            <a:r>
              <a:t>Gain vs Dev Expérimenté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59" y="29260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10-14x</a:t>
            </a:r>
          </a:p>
          <a:p>
            <a:r>
              <a:t>Productivité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20624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Profil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Durée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Coût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Productivité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👨‍💻 Dev Junior (sans 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6-9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18k-40.5k€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~150-200 lignes/jour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👨‍💼 Dev Expérimenté (sans 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4-6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20k-42k€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~250 lignes/jour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t>🔧 Ingénieur Généraliste (avec VibeCoding)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3-4 semaines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20-30€ + 1 mois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~2 500-3 500 lignes/jour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💰 ROI Global: ~500-2 000x | Économie: 35 000-80 000€ | Investissement: 60-90€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Projet développé 100% avec VibeCoding (Cursor AI) | Janvier 2026 | Version 1.0.8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